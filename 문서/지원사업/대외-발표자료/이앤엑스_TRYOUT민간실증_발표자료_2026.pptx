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야구장(인천) 관람 동선·혼잡 안내 모바일 웹 실증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44455"/>
                </a:solidFill>
              </a:defRPr>
            </a:pPr>
            <a:r>
              <a:t>실시간 비대면 안내 「지금여기」 | 이앤엑스(ENX)</a:t>
            </a:r>
            <a:br/>
            <a:r>
              <a:t>협력파트너: SSG랜더스 (Smart-X Sports)</a:t>
            </a:r>
            <a:br/>
            <a:r>
              <a:t>2026 인천스타트업파크 TRYOUT 민간 실증사업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기업 및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수행기관: 이앤엑스(ENX) — 위치·이동 맥락 기반 모바일 웹 서비스</a:t>
            </a:r>
          </a:p>
          <a:p>
            <a:pPr>
              <a:spcAft>
                <a:spcPts val="1000"/>
              </a:spcAft>
              <a:defRPr sz="1800"/>
            </a:pPr>
            <a:r>
              <a:t>서비스명: 지금여기 — 앱 설치 없이 QR·URL로 접속</a:t>
            </a:r>
          </a:p>
          <a:p>
            <a:pPr>
              <a:spcAft>
                <a:spcPts val="1000"/>
              </a:spcAft>
              <a:defRPr sz="1800"/>
            </a:pPr>
            <a:r>
              <a:t>강점: 지도 기반 안내, 이벤트·편의 정보 통합, 이용 로그 기반 운영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현장 과제 (As-Is)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입장·편의·이벤트 정보가 앱·SNS·현장 안내에 분산 → 통합 확인 어려움</a:t>
            </a:r>
          </a:p>
          <a:p>
            <a:pPr>
              <a:spcAft>
                <a:spcPts val="1000"/>
              </a:spcAft>
              <a:defRPr sz="1800"/>
            </a:pPr>
            <a:r>
              <a:t>혼잡 시간대 실시간 안내 인프라 부족 → 특정 구역 집중·체류·만족도 이슈</a:t>
            </a:r>
          </a:p>
          <a:p>
            <a:pPr>
              <a:spcAft>
                <a:spcPts val="1000"/>
              </a:spcAft>
              <a:defRPr sz="1800"/>
            </a:pPr>
            <a:r>
              <a:t>관람객 이용·반응 데이터 수집 체계 미흡 → 개선 근거 확보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실증 방향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모바일 웹 한 화면에서 동선·편의·이벤트 정보 즉시 제공</a:t>
            </a:r>
          </a:p>
          <a:p>
            <a:pPr>
              <a:spcAft>
                <a:spcPts val="1000"/>
              </a:spcAft>
              <a:defRPr sz="1800"/>
            </a:pPr>
            <a:r>
              <a:t>시간대·구역별 안내로 동선 분산·혼잡 완화 유도</a:t>
            </a:r>
          </a:p>
          <a:p>
            <a:pPr>
              <a:spcAft>
                <a:spcPts val="1000"/>
              </a:spcAft>
              <a:defRPr sz="1800"/>
            </a:pPr>
            <a:r>
              <a:t>QR 접속 중심으로 설치 장벽 제거, 로그·설문으로 성과·만족도 측정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실증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실증 장소: 인천 SSG랜더스필드 내·외 관람객 동선 구역 (세부는 파트너 협의 확정)</a:t>
            </a:r>
          </a:p>
          <a:p>
            <a:pPr>
              <a:spcAft>
                <a:spcPts val="1000"/>
              </a:spcAft>
              <a:defRPr sz="1800"/>
            </a:pPr>
            <a:r>
              <a:t>실증 기간: 협약일 ~ 2026.11.30</a:t>
            </a:r>
          </a:p>
          <a:p>
            <a:pPr>
              <a:spcAft>
                <a:spcPts val="1000"/>
              </a:spcAft>
              <a:defRPr sz="1800"/>
            </a:pPr>
            <a:r>
              <a:t>사업비: 총 33백만원 (지원 30 / 민간 3)</a:t>
            </a:r>
          </a:p>
          <a:p>
            <a:pPr>
              <a:spcAft>
                <a:spcPts val="1000"/>
              </a:spcAft>
              <a:defRPr sz="1800"/>
            </a:pPr>
            <a:r>
              <a:t>참여인력: 1명 + 필요 시 외부 협력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실증 내용 · 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지도·안내 카드: 매점·화장실·출구·이벤트 등 핀·카드 안내</a:t>
            </a:r>
          </a:p>
          <a:p>
            <a:pPr>
              <a:spcAft>
                <a:spcPts val="1000"/>
              </a:spcAft>
              <a:defRPr sz="1800"/>
            </a:pPr>
            <a:r>
              <a:t>시간대별 맥락 안내: 입장 / 경기 중 / 귀가 동선 등 메시지 전환</a:t>
            </a:r>
          </a:p>
          <a:p>
            <a:pPr>
              <a:spcAft>
                <a:spcPts val="1000"/>
              </a:spcAft>
              <a:defRPr sz="1800"/>
            </a:pPr>
            <a:r>
              <a:t>이벤트·프로모션 카드 노출, 세션·클릭 등 이용 데이터 수집</a:t>
            </a:r>
          </a:p>
          <a:p>
            <a:pPr>
              <a:spcAft>
                <a:spcPts val="1000"/>
              </a:spcAft>
              <a:defRPr sz="1800"/>
            </a:pPr>
            <a:r>
              <a:t>만족도 QR 설문 상시 노출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성과 목표 (정량)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① 누적 접속 세션: 경기·이벤트일 기준 3,000세션 이상 (GA 또는 서버 로그)</a:t>
            </a:r>
          </a:p>
          <a:p>
            <a:pPr>
              <a:spcAft>
                <a:spcPts val="1000"/>
              </a:spcAft>
              <a:defRPr sz="1800"/>
            </a:pPr>
            <a:r>
              <a:t>② 주요 기능 클릭 전환율: 전체 세션 대비 40% 이상</a:t>
            </a:r>
          </a:p>
          <a:p>
            <a:pPr>
              <a:spcAft>
                <a:spcPts val="1000"/>
              </a:spcAft>
              <a:defRPr sz="1800"/>
            </a:pPr>
            <a:r>
              <a:t>③ 사용자 만족도 긍정 응답: 응답자 대비 70% 이상 (표본 50명 이상)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추진 일정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5월: 협약·킥오프, 구역·KPI·운영정책 확정</a:t>
            </a:r>
          </a:p>
          <a:p>
            <a:pPr>
              <a:spcAft>
                <a:spcPts val="1000"/>
              </a:spcAft>
              <a:defRPr sz="1800"/>
            </a:pPr>
            <a:r>
              <a:t>6~7월: 시스템·QR·파일럿 운영 개시</a:t>
            </a:r>
          </a:p>
          <a:p>
            <a:pPr>
              <a:spcAft>
                <a:spcPts val="1000"/>
              </a:spcAft>
              <a:defRPr sz="1800"/>
            </a:pPr>
            <a:r>
              <a:t>8월: 중간점검, 데이터 분석·피드백 반영</a:t>
            </a:r>
          </a:p>
          <a:p>
            <a:pPr>
              <a:spcAft>
                <a:spcPts val="1000"/>
              </a:spcAft>
              <a:defRPr sz="1800"/>
            </a:pPr>
            <a:r>
              <a:t>9~10월: 개선·만족도 집중, 안정 운영</a:t>
            </a:r>
          </a:p>
          <a:p>
            <a:pPr>
              <a:spcAft>
                <a:spcPts val="1000"/>
              </a:spcAft>
              <a:defRPr sz="1800"/>
            </a:pPr>
            <a:r>
              <a:t>11월: 최종 평가·성과보고·정산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5C"/>
                </a:solidFill>
              </a:defRPr>
            </a:pPr>
            <a: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구장·행사 현장형 실시간 안내 운영 모델·템플릿 확보</a:t>
            </a:r>
          </a:p>
          <a:p>
            <a:pPr>
              <a:spcAft>
                <a:spcPts val="1000"/>
              </a:spcAft>
              <a:defRPr sz="1800"/>
            </a:pPr>
            <a:r>
              <a:t>파트너 연계 데이터 기반 서비스 고도화·후속 과제·제휴 근거</a:t>
            </a:r>
          </a:p>
          <a:p>
            <a:pPr>
              <a:spcAft>
                <a:spcPts val="1000"/>
              </a:spcAft>
              <a:defRPr sz="1800"/>
            </a:pPr>
            <a:r>
              <a:t>타 구장·축제·지역 행사로 확장 가능한 사업화 방향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